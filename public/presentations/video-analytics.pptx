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FF056E-148B-4291-BA67-B97097F0F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24BB0F7-48CC-4F55-A54D-F75E31C19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AF1E6E-2BFC-41CC-8A4C-958946FA6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CAB89-E578-43F5-9B7C-DC8620EA342D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28A818-2FA3-46B9-A216-02FB54930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DB01F1-33FC-4D85-815B-31D315CE2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4693-37B7-44A9-A84D-C0BAE00CDF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3500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892BE7-7944-4231-8E5D-9CD5041DA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4200B6-9D8E-4946-A94F-D0BC14885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EF7366-3FD9-4CC3-A4FA-FC65E411B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CAB89-E578-43F5-9B7C-DC8620EA342D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E7CA6F-7F4E-4A96-B1E4-37CAABABC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6E497D-9EA8-410C-B5D9-0F0AC098E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4693-37B7-44A9-A84D-C0BAE00CDF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409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D186C9-B4FD-47B9-B1B5-CB2241A30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FD34CE-3289-4854-A5DC-E5766FC12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8D5B5D-EF08-4620-A550-3A529ABCD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CAB89-E578-43F5-9B7C-DC8620EA342D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62B08A-9084-475E-A15F-BC0346A92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FDAFF0-72D5-4672-9F3B-44C10B197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4693-37B7-44A9-A84D-C0BAE00CDF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161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B98CF-EF6E-4310-AECE-AF24C78FF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05E6FF-A84B-41C5-A2F7-4F0BD67E33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0840D57-165C-414A-8ECB-FD071CFE3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FB01177-2553-4315-8D48-8D1F6A37F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CAB89-E578-43F5-9B7C-DC8620EA342D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6A7B9E-03BC-4401-AE60-247AB0360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5F506E-0AFF-4BD5-9684-EEF8AC300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4693-37B7-44A9-A84D-C0BAE00CDF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0270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2BD65C-2724-4BD5-9835-2C9A3C374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281C2-EC90-41DB-A631-3EB4BBFD0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4A4680-AA0E-41C8-90A2-28B593344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E2D15B4-DBA6-497F-A3FC-7CA48090B9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9D19D66-49C5-4572-9AC5-019AB40312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A42E637-561D-4FE6-907A-1ECFC8614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CAB89-E578-43F5-9B7C-DC8620EA342D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DD42D81-BB0E-4834-911A-84848D0C2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8F6F6BA-6EFE-4B49-9DA3-F6663314B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4693-37B7-44A9-A84D-C0BAE00CDF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3525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C3CBA8-DDFE-4929-A1ED-21E7186A1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AA5971A-CB28-4B1B-94D3-49B109E4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CAB89-E578-43F5-9B7C-DC8620EA342D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5A26B99-050D-4387-896B-0B05BC756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B048B20-D050-491C-9D56-9F3E66D80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4693-37B7-44A9-A84D-C0BAE00CDF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2326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8FE3CFC-C7DE-43BC-8C75-512D05E42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CAB89-E578-43F5-9B7C-DC8620EA342D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523A48B-1755-4516-A089-94CFC7C47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CB59069-543C-4A2E-B7B2-B461AF170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4693-37B7-44A9-A84D-C0BAE00CDF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972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C4CBA1-B0F4-4FD3-8E3D-262595CDA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100FA6-5418-45AB-B462-09680F5DC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9030F61-5E4E-42B4-9D97-8A6983BC3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252062D-FF14-4DE6-9BCE-5B8C6503E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CAB89-E578-43F5-9B7C-DC8620EA342D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04EBCE-186A-4667-B4CE-4631DC4C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B852D8-2FF2-405B-9C3A-789275543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4693-37B7-44A9-A84D-C0BAE00CDF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692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9091FB-8747-4915-92F2-57C399D0C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2276237-EEDB-4695-9DE2-A8C5B1A9CD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BB93792-17ED-4D26-BA29-C60472115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9253FDF-CE32-4A61-BE1B-2494763A0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CAB89-E578-43F5-9B7C-DC8620EA342D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ED63A2-B4D6-490F-A1ED-219DD3F4A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B37028-DE34-4E14-BF5C-9AD27DEAA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4693-37B7-44A9-A84D-C0BAE00CDF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196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303D71-ACA8-4851-AB06-EC2CD2A8C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6DE074E-F4D9-49EE-9D09-C8591F758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85EBA1-DDF6-4E0C-B069-A435175FB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CAB89-E578-43F5-9B7C-DC8620EA342D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E10C61-D5CF-497C-BBDF-E72194208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6C685F-B19E-40F8-AE72-03C3420F6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4693-37B7-44A9-A84D-C0BAE00CDF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1330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DCFA90A-6BFD-45D7-A57A-34F9CE8D91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342FD7F-CE59-4F4D-9D7F-FD2982357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C09425-7E67-4B99-8D7C-175596F21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CAB89-E578-43F5-9B7C-DC8620EA342D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35D865-CA53-42A3-9A30-E03EB2965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2E9A19-6ED8-456C-8404-5C901F123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4693-37B7-44A9-A84D-C0BAE00CDF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1465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7D2AC1-1F51-40E8-8070-1B3A77ED1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DEACA0-79E6-48A6-A349-5357D49A6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EB72D4-E9C1-460E-9081-070EF76BF6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CAB89-E578-43F5-9B7C-DC8620EA342D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F047DA-40CB-40D8-BA5A-F78738ED5A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0315B8-E508-4D5E-B20C-1AC6256D9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74693-37B7-44A9-A84D-C0BAE00CDF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3789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1313</Words>
  <Application>Microsoft Office PowerPoint</Application>
  <PresentationFormat>Широкоэкранный</PresentationFormat>
  <Paragraphs>160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GERMAN</dc:creator>
  <cp:lastModifiedBy>GERMAN</cp:lastModifiedBy>
  <cp:revision>27</cp:revision>
  <dcterms:created xsi:type="dcterms:W3CDTF">2025-10-16T07:24:30Z</dcterms:created>
  <dcterms:modified xsi:type="dcterms:W3CDTF">2025-10-21T11:41:42Z</dcterms:modified>
</cp:coreProperties>
</file>