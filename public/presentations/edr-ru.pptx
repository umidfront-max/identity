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1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 Envy" initials="HE" lastIdx="1" clrIdx="0">
    <p:extLst>
      <p:ext uri="{19B8F6BF-5375-455C-9EA6-DF929625EA0E}">
        <p15:presenceInfo xmlns:p15="http://schemas.microsoft.com/office/powerpoint/2012/main" userId="Hp Env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3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dentity-uz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d2-image7.png"/><Relationship Id="rId3" Type="http://schemas.openxmlformats.org/officeDocument/2006/relationships/image" Target="../media/d2-evolution-dark.jpeg"/><Relationship Id="rId7" Type="http://schemas.openxmlformats.org/officeDocument/2006/relationships/image" Target="../media/d2-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d2-image5.png"/><Relationship Id="rId5" Type="http://schemas.openxmlformats.org/officeDocument/2006/relationships/image" Target="../media/d2-image4.png"/><Relationship Id="rId4" Type="http://schemas.openxmlformats.org/officeDocument/2006/relationships/image" Target="../media/d2-image2.png"/><Relationship Id="rId9" Type="http://schemas.openxmlformats.org/officeDocument/2006/relationships/image" Target="../media/d2-image8.png"/><Relationship Id="rId9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3.jpe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6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9.jpeg"/><Relationship Id="rId7" Type="http://schemas.openxmlformats.org/officeDocument/2006/relationships/image" Target="../media/image10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3.jpeg"/><Relationship Id="rId7" Type="http://schemas.openxmlformats.org/officeDocument/2006/relationships/hyperlink" Target="tel:+998785551175" TargetMode="External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hyperlink" Target="https://identity-uz.com" TargetMode="External"/><Relationship Id="rId5" Type="http://schemas.openxmlformats.org/officeDocument/2006/relationships/image" Target="../media/image52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hyperlink" Target="mailto:info@identity-uz.com" TargetMode="Externa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fmt-Slide-1-image-1.jpeg"/><Relationship Id="rId2" Type="http://schemas.openxmlformats.org/officeDocument/2006/relationships/image" Target="../media/fmt-image-1-2.png"/><Relationship Id="rId3" Type="http://schemas.openxmlformats.org/officeDocument/2006/relationships/image" Target="../media/fmt-image-1-3.png"/><Relationship Id="rId4" Type="http://schemas.openxmlformats.org/officeDocument/2006/relationships/image" Target="../media/fmt-image-1-4.png"/><Relationship Id="rId5" Type="http://schemas.openxmlformats.org/officeDocument/2006/relationships/image" Target="../media/fmt-image-1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5433365" cy="4572000"/>
          </a:xfrm>
          <a:prstGeom prst="roundRect">
            <a:avLst>
              <a:gd name="adj" fmla="val 280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50876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24028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КОНЕЧНЫХ УСТРОЙСТВ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514600"/>
            <a:ext cx="46104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44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и реагирование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опасности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3062176" y="4018788"/>
            <a:ext cx="348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видимости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</a:t>
            </a:r>
            <a:r>
              <a:rPr lang="en-US" sz="14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Расследование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60520" y="44348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498348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102352"/>
            <a:ext cx="46104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«IDENTITY»</a:t>
            </a:r>
            <a:r>
              <a:rPr lang="en-US" sz="11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+998 78 555-11-75   ·   </a:t>
            </a:r>
            <a:r>
              <a:rPr lang="en-US" sz="11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468" y="274320"/>
            <a:ext cx="784604" cy="256032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нужен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364638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292" y="2078614"/>
            <a:ext cx="286756" cy="2867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подозрительного поведения и скрытых угроз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9622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653942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95621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275" y="2078614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53942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Расследование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53942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 цепочки событий и выявление первопричины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0605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84925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8026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9257" y="207861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84925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84925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устройств и остановка вредоносной активности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41587" y="1691640"/>
            <a:ext cx="2602382" cy="2240280"/>
          </a:xfrm>
          <a:prstGeom prst="roundRect">
            <a:avLst>
              <a:gd name="adj" fmla="val 571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315907" y="1965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15907" y="2651760"/>
            <a:ext cx="2053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рисков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315907" y="3063240"/>
            <a:ext cx="20537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ущерба и повышение эффективности ИБ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160520"/>
            <a:ext cx="11095330" cy="1920240"/>
          </a:xfrm>
          <a:prstGeom prst="roundRect">
            <a:avLst>
              <a:gd name="adj" fmla="val 66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ИТОГЕ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95376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80160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риска простоя критичных рабочих мест и серверов</a:t>
            </a:r>
            <a:endParaRPr lang="en-US" sz="12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605" y="495376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67805" y="484632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конфиденциальных данных от несанкционированного доступа и хищения</a:t>
            </a:r>
            <a:endParaRPr lang="en-US" sz="12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5479542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0160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наблюдаемости событий информационной безопасности</a:t>
            </a:r>
            <a:endParaRPr lang="en-US" sz="12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605" y="5479542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67805" y="5372100"/>
            <a:ext cx="465612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Ускорение расследований благодаря централизованным данным о событиях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0665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44752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Телеметрия и локальный контроль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07008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EDR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207008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 данные о процессах, файлах, сети и действиях пользователей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07008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телеметрии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07008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Фиксирует события безопасности и передаёт их на анализ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07008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угроз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1207008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Подозрительное поведение, признаки компрометации, техники атак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97603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187" y="20665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219395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инцидентов и пресечение атак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97603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597603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4981651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Расследование инцидентов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981651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Хронология событий, процессы, файлы и действия злоумышленника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97603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4981651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 на угрозы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4981651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устройства, завершение процессов, карантин файлов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4597603" y="504063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4981651" y="504063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отчётность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4981651" y="531495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Инциденты, оповещения, статистика и результаты работы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597603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981651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и корреляция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4981651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отдельные события в единую картину атаки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72246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830" y="2066544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994038" y="1965960"/>
            <a:ext cx="23756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 и взаимодействие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372246" y="26060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72246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8756294" y="274320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250" dirty="0"/>
          </a:p>
        </p:txBody>
      </p:sp>
      <p:sp>
        <p:nvSpPr>
          <p:cNvPr id="44" name="Text 38"/>
          <p:cNvSpPr txBox="1"/>
          <p:nvPr/>
        </p:nvSpPr>
        <p:spPr>
          <a:xfrm>
            <a:off x="8756294" y="301752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 с SIEM, SOAR, ITSM, каталогами пользователей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8372246" y="350901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756294" y="350901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доступа</a:t>
            </a:r>
            <a:endParaRPr lang="en-US" sz="1250" dirty="0"/>
          </a:p>
        </p:txBody>
      </p:sp>
      <p:sp>
        <p:nvSpPr>
          <p:cNvPr id="47" name="Text 41"/>
          <p:cNvSpPr txBox="1"/>
          <p:nvPr/>
        </p:nvSpPr>
        <p:spPr>
          <a:xfrm>
            <a:off x="8756294" y="378333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Роли, права пользователей, политики безопасности, аудит действий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8372246" y="42748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8756294" y="4274820"/>
            <a:ext cx="2613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Централизованное управление</a:t>
            </a:r>
            <a:endParaRPr lang="en-US" sz="1250" dirty="0"/>
          </a:p>
        </p:txBody>
      </p:sp>
      <p:sp>
        <p:nvSpPr>
          <p:cNvPr id="50" name="Text 44"/>
          <p:cNvSpPr txBox="1"/>
          <p:nvPr/>
        </p:nvSpPr>
        <p:spPr>
          <a:xfrm>
            <a:off x="8756294" y="4549140"/>
            <a:ext cx="2613355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политик, управление агентами, состояние устройств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30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EDR в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архитектуре ИБ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314139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131259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1379" y="169164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319979" y="213664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517" y="2229185"/>
            <a:ext cx="235549" cy="23554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41771" y="201777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Периметр и сеть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8941771" y="234696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NGFW, WAF, IPS/IDS защищают сеть — но не видят, что происходит на устройстве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091379" y="323088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19979" y="3675888"/>
            <a:ext cx="420624" cy="42062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517" y="3768425"/>
            <a:ext cx="235549" cy="23554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41771" y="355701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— конечные точки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8941771" y="388620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Агент, платформа и консоль: видимость и реакция на каждом устройстве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91379" y="4770120"/>
            <a:ext cx="3552590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19979" y="5215128"/>
            <a:ext cx="420624" cy="42062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17" y="5307665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41771" y="5096256"/>
            <a:ext cx="2501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и интеграции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8941771" y="5425440"/>
            <a:ext cx="250103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SOAR, ITSM, Active Directory, DLP — единый контур</a:t>
            </a:r>
            <a:endParaRPr lang="en-US" sz="10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30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атаки и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7236324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7" name="Image 1" descr="/home/claude/out/edr/sc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783080"/>
            <a:ext cx="7053444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13564" y="1691640"/>
            <a:ext cx="3630406" cy="4389120"/>
          </a:xfrm>
          <a:prstGeom prst="roundRect">
            <a:avLst>
              <a:gd name="adj" fmla="val 3526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87884" y="1965960"/>
            <a:ext cx="3081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884" y="245973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45084" y="242316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времени обнаружения и локализации угрозы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7884" y="3328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45084" y="329184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распространения атаки по инфраструктуре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7884" y="419709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45084" y="416052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Сохранность конфиденциальных данных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7884" y="5065776"/>
            <a:ext cx="310896" cy="31089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45084" y="5029200"/>
            <a:ext cx="26245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картина инцидента и доказательная база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Постоянный мониторинг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Непрерывный контроль конечных устройств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3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596" y="2078614"/>
            <a:ext cx="286756" cy="2867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3942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угроз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653942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том числе бесфайловых атак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4925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579" y="2078614"/>
            <a:ext cx="286756" cy="2867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84925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цепочек атак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84925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событий в единую картину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15907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561" y="2078614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15907" y="265176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Расследование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9315907" y="322783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Хронология и первопричина инцидента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22960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614" y="4387474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2960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822960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устройств и остановка процессов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3379622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653942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6596" y="438747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653942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Централизованное управление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3653942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Политики и агенты из единой консоли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210605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84925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579" y="4387474"/>
            <a:ext cx="286756" cy="2867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84925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6484925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 с другими системами ИБ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9041587" y="400050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315907" y="427482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8561" y="4387474"/>
            <a:ext cx="286756" cy="2867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15907" y="4960620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Оповещения и отчёты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9315907" y="5536692"/>
            <a:ext cx="205374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 и отчётность по инцидентам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30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АСПЕКТЫ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Обнаружение, реагирование,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управляемость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14" y="2078614"/>
            <a:ext cx="286756" cy="2867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новых типов атак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Бесфайловые атаки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Программы-вымогатели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 уязвимостей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Атаки с использованием легитимных инструментов (PowerShell и др.)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Попытки кражи учётных записей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Закрепление в системе и перемещение по сети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7603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257" y="2078614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 в автоматическом режиме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97603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7603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Завершение подозрительного процесса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Помещение подозрительного файла в карантин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запуска вредоносных файлов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устройства от сети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заранее настроенных сценариев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7224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4900" y="207861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Управляемость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372246" y="333756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72246" y="3474720"/>
            <a:ext cx="299740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агентов на конечных устройствах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политик безопасности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событий и инцидентов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действий администраторов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3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Угрозы и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противодействие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УГРОЗА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069080" y="1691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ВОЗМОЖНОСТЬ EDR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691640"/>
            <a:ext cx="36429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7C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67128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351151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2447712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26464" y="2167128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ransomware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2470023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2167128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подозрительного поведения, блокировка или изоляция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2470023"/>
            <a:ext cx="201168" cy="201168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433447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59368" y="2167128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потенциального ущерба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3202686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22960" y="3386709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521" y="3483270"/>
            <a:ext cx="245791" cy="245791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26464" y="3202686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PowerShell для атаки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3505581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069080" y="3202686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цепочки процессов и команд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3505581"/>
            <a:ext cx="201168" cy="201168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469005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659368" y="3202686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подозрительной активности</a:t>
            </a:r>
            <a:endParaRPr lang="en-US" sz="1250" dirty="0"/>
          </a:p>
        </p:txBody>
      </p:sp>
      <p:sp>
        <p:nvSpPr>
          <p:cNvPr id="27" name="Shape 16"/>
          <p:cNvSpPr/>
          <p:nvPr/>
        </p:nvSpPr>
        <p:spPr>
          <a:xfrm>
            <a:off x="548640" y="4238244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822960" y="4422267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21" y="4518828"/>
            <a:ext cx="245791" cy="245791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426464" y="4238244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Компрометация рабочей станции</a:t>
            </a:r>
            <a:endParaRPr lang="en-US" sz="13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4541139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069080" y="4238244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Расследование событий и изоляция устройства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4541139"/>
            <a:ext cx="201168" cy="20116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504563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8659368" y="4238244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распространения атаки</a:t>
            </a:r>
            <a:endParaRPr lang="en-US" sz="1250" dirty="0"/>
          </a:p>
        </p:txBody>
      </p:sp>
      <p:sp>
        <p:nvSpPr>
          <p:cNvPr id="36" name="Shape 21"/>
          <p:cNvSpPr/>
          <p:nvPr/>
        </p:nvSpPr>
        <p:spPr>
          <a:xfrm>
            <a:off x="548640" y="5273802"/>
            <a:ext cx="11095330" cy="806958"/>
          </a:xfrm>
          <a:prstGeom prst="roundRect">
            <a:avLst>
              <a:gd name="adj" fmla="val 1586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22"/>
          <p:cNvSpPr/>
          <p:nvPr/>
        </p:nvSpPr>
        <p:spPr>
          <a:xfrm>
            <a:off x="822960" y="5457825"/>
            <a:ext cx="438912" cy="438912"/>
          </a:xfrm>
          <a:prstGeom prst="ellipse">
            <a:avLst/>
          </a:prstGeom>
          <a:solidFill>
            <a:srgbClr val="FF6B76">
              <a:alpha val="14000"/>
            </a:srgbClr>
          </a:solidFill>
          <a:ln w="9525">
            <a:solidFill>
              <a:srgbClr val="FF6B76">
                <a:alpha val="40000"/>
              </a:srgbClr>
            </a:solidFill>
            <a:prstDash val="solid"/>
          </a:ln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521" y="5554386"/>
            <a:ext cx="245791" cy="245791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426464" y="5273802"/>
            <a:ext cx="251460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Длительное присутствие злоумышленника</a:t>
            </a:r>
            <a:endParaRPr lang="en-US" sz="13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5576697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4069080" y="5273802"/>
            <a:ext cx="370332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угроз и ретроспективный анализ</a:t>
            </a:r>
            <a:endParaRPr lang="en-US" sz="12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5576697"/>
            <a:ext cx="201168" cy="201168"/>
          </a:xfrm>
          <a:prstGeom prst="rect">
            <a:avLst/>
          </a:prstGeom>
        </p:spPr>
      </p:pic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540121"/>
            <a:ext cx="274320" cy="274320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8659368" y="5273802"/>
            <a:ext cx="2728570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ранее незамеченной активности</a:t>
            </a:r>
            <a:endParaRPr lang="en-US" sz="12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3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 для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29974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MTTD / MTTR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</a:t>
            </a:r>
            <a:r>
              <a:rPr lang="en-US" sz="25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минуты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29974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времени обнаружения и реагирования на инциденты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489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2960" y="49834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нагрузки на L1/L2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3492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рутинных действий аналитиков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23283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51883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467" y="22189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0251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и целевые атаки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210251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атак, которые остаются незамеченными для других средств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97926" y="169164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6526" y="21183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110" y="22189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84894" y="201777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ущерба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984894" y="234696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 заражённых устройств и остановка процессов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23283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1883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467" y="375818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10251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и репутационные риски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5210251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последствий успешных атак, в том числе программ-вымогателей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97926" y="3230880"/>
            <a:ext cx="3546043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26526" y="365760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110" y="37581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84894" y="3557016"/>
            <a:ext cx="24579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Непрерывность бизнеса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984894" y="3886200"/>
            <a:ext cx="2457907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критичных рабочих мест и серверов от простоя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323283" y="4770120"/>
            <a:ext cx="732068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551883" y="519684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467" y="529742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210251" y="5096256"/>
            <a:ext cx="62325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Доказуемость расследований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5210251" y="5425440"/>
            <a:ext cx="62325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Управляемость процесса и полная картина каждого инцидента</a:t>
            </a:r>
            <a:endParaRPr lang="en-US" sz="11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Предлагаемые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4489704" cy="4389120"/>
          </a:xfrm>
          <a:prstGeom prst="roundRect">
            <a:avLst>
              <a:gd name="adj" fmla="val 2917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697480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ПЛАТФОРМЫ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17520"/>
            <a:ext cx="3941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EDR-платформа ведущего вендора под вашу инфраструктуру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93192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подбирается с учётом: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29768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Состава парка рабочих станций и серверов, используемых ОС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Размещения на серверах заказчика (on-premise)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 с SIEM, SOAR, ITSM и Active Directory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Требований регуляторов и внутренних политик ИБ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66944" y="169164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95544" y="207264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245" y="2193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45352" y="201777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проект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45352" y="234696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на ограниченной группе устройств: оценка эффективности на реальной инфраструктуре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266944" y="323088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95544" y="361188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245" y="37325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45352" y="355701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под ключ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45352" y="388620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Проектирование, развёртывание, настройка правил реагирования и интеграций, обучение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266944" y="4770120"/>
            <a:ext cx="6377026" cy="1310640"/>
          </a:xfrm>
          <a:prstGeom prst="roundRect">
            <a:avLst>
              <a:gd name="adj" fmla="val 9767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95544" y="5151120"/>
            <a:ext cx="548640" cy="54864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245" y="52718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45352" y="5096256"/>
            <a:ext cx="51974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245352" y="5425440"/>
            <a:ext cx="519745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поддержка, актуализация политик и помощь в расследовании инцидентов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30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</a:t>
            </a: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419502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086" y="20665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Пилотный проект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Понимание, как работает система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10" y="2103120"/>
            <a:ext cx="192024" cy="1920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79622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653942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5250485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069" y="20665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53942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Обследование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653942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 рабочих станций и серверов, анализ имеющихся средств защиты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293" y="2103120"/>
            <a:ext cx="192024" cy="19202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10605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484925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5"/>
          <p:cNvSpPr/>
          <p:nvPr/>
        </p:nvSpPr>
        <p:spPr>
          <a:xfrm>
            <a:off x="8081467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2051" y="206654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84925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6484925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управляющей платформы, настройка взаимодействия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75" y="2103120"/>
            <a:ext cx="192024" cy="19202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041587" y="1691640"/>
            <a:ext cx="2602382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315907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Shape 20"/>
          <p:cNvSpPr/>
          <p:nvPr/>
        </p:nvSpPr>
        <p:spPr>
          <a:xfrm>
            <a:off x="10912450" y="196596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3034" y="2066544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315907" y="2560320"/>
            <a:ext cx="20537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реагирования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9315907" y="2926080"/>
            <a:ext cx="205374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инцидентов и правила эскалации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822960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25"/>
          <p:cNvSpPr/>
          <p:nvPr/>
        </p:nvSpPr>
        <p:spPr>
          <a:xfrm>
            <a:off x="3363163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3747" y="4375404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22960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822960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действующим контуром: SIEM, SOAR, ITSM</a:t>
            </a:r>
            <a:endParaRPr lang="en-US" sz="11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971" y="4411980"/>
            <a:ext cx="192024" cy="19202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4323283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4597603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Shape 30"/>
          <p:cNvSpPr/>
          <p:nvPr/>
        </p:nvSpPr>
        <p:spPr>
          <a:xfrm>
            <a:off x="7137806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390" y="4375404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597603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и приёмка</a:t>
            </a:r>
            <a:endParaRPr lang="en-US" sz="1400" dirty="0"/>
          </a:p>
        </p:txBody>
      </p:sp>
      <p:sp>
        <p:nvSpPr>
          <p:cNvPr id="45" name="Text 32"/>
          <p:cNvSpPr txBox="1"/>
          <p:nvPr/>
        </p:nvSpPr>
        <p:spPr>
          <a:xfrm>
            <a:off x="4597603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работы системы и сценариев реагирования</a:t>
            </a:r>
            <a:endParaRPr lang="en-US" sz="115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614" y="4411980"/>
            <a:ext cx="192024" cy="19202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8097926" y="4000500"/>
            <a:ext cx="3546043" cy="2080260"/>
          </a:xfrm>
          <a:prstGeom prst="roundRect">
            <a:avLst>
              <a:gd name="adj" fmla="val 6154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8372246" y="42748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9" name="Shape 35"/>
          <p:cNvSpPr/>
          <p:nvPr/>
        </p:nvSpPr>
        <p:spPr>
          <a:xfrm>
            <a:off x="10912450" y="4274820"/>
            <a:ext cx="457200" cy="457200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3034" y="4375404"/>
            <a:ext cx="256032" cy="25603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372246" y="4869180"/>
            <a:ext cx="29974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эксплуатация</a:t>
            </a:r>
            <a:endParaRPr lang="en-US" sz="1400" dirty="0"/>
          </a:p>
        </p:txBody>
      </p:sp>
      <p:sp>
        <p:nvSpPr>
          <p:cNvPr id="52" name="Text 37"/>
          <p:cNvSpPr txBox="1"/>
          <p:nvPr/>
        </p:nvSpPr>
        <p:spPr>
          <a:xfrm>
            <a:off x="8372246" y="5234940"/>
            <a:ext cx="299740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Обучение, масштабирование на все устройства, эксплуатационная документация</a:t>
            </a:r>
            <a:endParaRPr lang="en-US" sz="11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30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5433365" cy="4846320"/>
          </a:xfrm>
          <a:prstGeom prst="roundRect">
            <a:avLst>
              <a:gd name="adj" fmla="val 2642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" name="Image 0" descr="/home/claude/assets/identit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1401079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057400"/>
            <a:ext cx="4610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60120" y="2377440"/>
            <a:ext cx="461040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Обсудим защиту ваших устройств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493008"/>
            <a:ext cx="46104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Проведём обследование, запустим пилот и подберём EDR-решение под вашу инфраструктуру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60120" y="4251960"/>
            <a:ext cx="4610405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71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4434840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«IDENTITY»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8006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764024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+998 78 555-11-75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1297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5093208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info@identity-uz.com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545896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5422392"/>
            <a:ext cx="28730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A"/>
                </a:solidFill>
                <a:latin typeface="Arial" pitchFamily="34" charset="0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Оставить заявку: </a:t>
            </a:r>
            <a:r>
              <a:rPr lang="en-US" sz="1250" u="sng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identity-uz.com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418381" y="4352544"/>
            <a:ext cx="120700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5" descr="/home/claude/assets/qr_site.png">
            <a:hlinkClick r:id="rId11" tooltip="identity-uz.com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3245" y="440740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 знакомства </a:t>
            </a:r>
            <a:pPr indent="0" marL="0">
              <a:buNone/>
            </a:pPr>
            <a:r>
              <a:rPr lang="en-US" sz="3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системой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09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indent="0" marL="0">
              <a:buNone/>
            </a:pPr>
            <a:r>
              <a:rPr lang="en-US" sz="9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14    EDR</a:t>
            </a:r>
            <a:endParaRPr lang="en-US" sz="900" dirty="0"/>
          </a:p>
        </p:txBody>
      </p:sp>
      <p:pic>
        <p:nvPicPr>
          <p:cNvPr id="5" name="Image 0" descr="/home/claude/assets/identity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365" y="6309360"/>
            <a:ext cx="896690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8299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53" y="207861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 с возможностями и интерфейсом системы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 на демо-стенде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сценариев обнаружения и реагирования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на вопросы специалистов ИБ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23283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A1122">
              <a:alpha val="6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97603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15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97603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2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082942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596" y="20786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97603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на тестовом стенде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97603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ключевых функций в контролируемых условиях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97603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97603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97603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 с агентами на тестовых устройствах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типовых атак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удобства консоли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97926" y="1691640"/>
            <a:ext cx="3546043" cy="4389120"/>
          </a:xfrm>
          <a:prstGeom prst="roundRect">
            <a:avLst>
              <a:gd name="adj" fmla="val 3610"/>
            </a:avLst>
          </a:prstGeom>
          <a:solidFill>
            <a:srgbClr val="0C3552">
              <a:alpha val="72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372246" y="207568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FD1FF">
              <a:alpha val="80000"/>
            </a:srgbClr>
          </a:solidFill>
          <a:ln w="9525">
            <a:solidFill>
              <a:srgbClr val="4FD1FF">
                <a:alpha val="6500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372246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6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10857586" y="1965960"/>
            <a:ext cx="512064" cy="512064"/>
          </a:xfrm>
          <a:prstGeom prst="ellipse">
            <a:avLst/>
          </a:prstGeom>
          <a:solidFill>
            <a:srgbClr val="4FD1FF">
              <a:alpha val="14000"/>
            </a:srgbClr>
          </a:solidFill>
          <a:ln w="9525">
            <a:solidFill>
              <a:srgbClr val="4FD1FF">
                <a:alpha val="40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0240" y="2078614"/>
            <a:ext cx="286756" cy="2867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372246" y="2651760"/>
            <a:ext cx="29974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в инфраструктуре заказчика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372246" y="3291840"/>
            <a:ext cx="299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 реальных рабочих станциях и серверах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372246" y="3977640"/>
            <a:ext cx="2997403" cy="914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72246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372246" y="4434840"/>
            <a:ext cx="299740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Ограниченная группа устройств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Реальная телеметрия и инциденты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отчёт и план внедрения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FD1FF"/>
      </a:hlink>
      <a:folHlink>
        <a:srgbClr val="4FD1FF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953</Words>
  <Application>Microsoft Office PowerPoint</Application>
  <PresentationFormat>Широкоэкранный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ООО «IDENTITY»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 — обнаружение и реагирование на угрозы</dc:title>
  <dc:subject>EDR — ООО «IDENTITY» Presentation</dc:subject>
  <dc:creator>ООО «IDENTITY»</dc:creator>
  <cp:lastModifiedBy>Hp Envy</cp:lastModifiedBy>
  <cp:revision>2</cp:revision>
  <dcterms:created xsi:type="dcterms:W3CDTF">2026-10-12T07:30:22Z</dcterms:created>
  <dcterms:modified xsi:type="dcterms:W3CDTF">2026-10-16T09:28:53Z</dcterms:modified>
</cp:coreProperties>
</file>